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Kickoff pitch deck — Day 51 of 60. Introduces the capstone project. Ship target: Day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 · OF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4692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Kickoff</a:t>
            </a:r>
            <a:endParaRPr lang="en-US" sz="10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analysis brief you write before you write any SQL.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scoping tool for analysts and ops professionals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nonprofits and mid-market companies.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pPr algn="ctr" indent="0" marL="0">
              <a:buNone/>
            </a:pPr>
            <a:r>
              <a:rPr lang="en-US" sz="1100" b="1" spc="2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Garvit Mittal</a:t>
            </a:r>
            <a:pPr algn="ctr" indent="0" marL="0">
              <a:buNone/>
            </a:pPr>
            <a:r>
              <a:rPr lang="en-US" sz="1100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AB Talks 60-Day Claude AI Challenge  ·  Capstone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Executives ask questions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are not yet answerable.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200400"/>
            <a:ext cx="5486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83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is program retention down this quarter?"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ASK · </a:t>
            </a:r>
            <a:pPr algn="l"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ACTUALLY 10 DIFFERENT DATA QUESTIONS.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3200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when the ask arrives: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611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3675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wrong. Spend 4 hours on the wrong analysis.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4297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3720" y="4361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clarifier in Slack. Wait 6 hours. Lose the day.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983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50474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literally. Ship shallow work. Restart the cycle.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WHY IT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UN-SCOPED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expensive failure mode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8B9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analyst work has no name.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200400"/>
            <a:ext cx="3611880" cy="26517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3-8</a:t>
            </a:r>
            <a:endParaRPr lang="en-US" sz="74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EXEC REQUESTS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analyst, per week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3200400"/>
            <a:ext cx="3611880" cy="26517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337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~4hrs</a:t>
            </a:r>
            <a:endParaRPr lang="en-US" sz="7400" dirty="0"/>
          </a:p>
        </p:txBody>
      </p:sp>
      <p:sp>
        <p:nvSpPr>
          <p:cNvPr id="14" name="Text 12"/>
          <p:cNvSpPr/>
          <p:nvPr/>
        </p:nvSpPr>
        <p:spPr>
          <a:xfrm>
            <a:off x="44348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LOST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5074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wrong-analysis rework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3200400"/>
            <a:ext cx="3611880" cy="26517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337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7400" dirty="0"/>
          </a:p>
        </p:txBody>
      </p:sp>
      <p:sp>
        <p:nvSpPr>
          <p:cNvPr id="18" name="Text 16"/>
          <p:cNvSpPr/>
          <p:nvPr/>
        </p:nvSpPr>
        <p:spPr>
          <a:xfrm>
            <a:off x="822960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SCOPING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5074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orgs today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WHO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Ops Analyst · 3-6 years experience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5669280" cy="338328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or mid-market company (100-1,000 employees)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Ops, VP of Programs, CFO, or COO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4617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(daily), SQL (some), Looker/Metabase/Tableau, a CRM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frequency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5212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 ad-hoc exec requests per week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5577840" cy="3383280"/>
          </a:xfrm>
          <a:prstGeom prst="rect">
            <a:avLst/>
          </a:prstGeom>
          <a:solidFill>
            <a:srgbClr val="1215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17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PRIYA WANTS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want to scope any exec ask in </a:t>
            </a:r>
            <a:pPr indent="0" marL="0">
              <a:buNone/>
            </a:pPr>
            <a:r>
              <a:rPr lang="en-US" sz="17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minutes</a:t>
            </a:r>
            <a:pPr indent="0" marL="0">
              <a:buNone/>
            </a:pPr>
            <a:r>
              <a:rPr lang="en-US" sz="17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get exec sign-off </a:t>
            </a:r>
            <a:pPr indent="0" marL="0">
              <a:buNone/>
            </a:pPr>
            <a:r>
              <a:rPr lang="en-US" sz="17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pPr indent="0" marL="0">
              <a:buNone/>
            </a:pPr>
            <a:r>
              <a:rPr lang="en-US" sz="17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start real work."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5806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any vague exec question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a structured, shareable brief.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200400"/>
            <a:ext cx="3703320" cy="301752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vague question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pastes the exec ask exactly as it arrived — no rewriting.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4434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79392" y="3200400"/>
            <a:ext cx="3703320" cy="301752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interview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53712" y="4709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adaptive clarifying questions from Claude. Analyst answers in seconds each.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82712" y="4434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93024" y="3200400"/>
            <a:ext cx="3703320" cy="301752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67344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shareable brief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67344" y="4709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Sub-questions, hypotheses, data sources, definition-of-done. Unique URL to send the exec.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v1.0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· v1.0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on Day 60.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51760"/>
            <a:ext cx="3703320" cy="17373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15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clarifying questions generated dynamically per exec ask.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651760"/>
            <a:ext cx="3703320" cy="17373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15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3792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brief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3712" y="3520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Sub-questions, ranked hypotheses, data sources, effort estimate.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3024" y="2651760"/>
            <a:ext cx="3703320" cy="17373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15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07424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permalinks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7344" y="3520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gets a unique URL. Send it to the exec, no auth needed.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3703320" cy="17373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754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15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share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394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link, Slack share, email share buttons built in.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79392" y="4526280"/>
            <a:ext cx="3703320" cy="17373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7992" y="4754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15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briefs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53712" y="5394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seeded with real briefs so cold visitors see it work.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93024" y="4526280"/>
            <a:ext cx="3703320" cy="173736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21624" y="4754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15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21624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07424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67344" y="5394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signup, no API key, no install. Load the page, start a brief.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FEATURES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stack, real product.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11430000" cy="749808"/>
          </a:xfrm>
          <a:prstGeom prst="rect">
            <a:avLst/>
          </a:prstGeom>
          <a:solidFill>
            <a:srgbClr val="171B26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06040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791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 + Vanilla CSS + JavaScript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27889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frameworks, no CDN. Same pattern as 50 prior challenge builds.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11430000" cy="749808"/>
          </a:xfrm>
          <a:prstGeom prst="rect">
            <a:avLst/>
          </a:prstGeom>
          <a:solidFill>
            <a:srgbClr val="171B26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74720"/>
            <a:ext cx="54864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478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PROXY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(free tier)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36576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Anthropic API key server-side. Rate-limits 10/IP/hour.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11430000" cy="749808"/>
          </a:xfrm>
          <a:prstGeom prst="rect">
            <a:avLst/>
          </a:prstGeom>
          <a:solidFill>
            <a:srgbClr val="171B26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34340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416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via Anthropic Messages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4526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prompts: question decomposition + brief generation. Hand-tuned.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212080"/>
            <a:ext cx="11430000" cy="749808"/>
          </a:xfrm>
          <a:prstGeom prst="rect">
            <a:avLst/>
          </a:prstGeom>
          <a:solidFill>
            <a:srgbClr val="171B26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521208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285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577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KV (free tier)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53949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stored by 8-char slug. No auth, no PII. Public permalinks.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SUCCESS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ON DAY 60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"won" looks like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days from now.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200400"/>
            <a:ext cx="3611880" cy="292608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CREATED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analysts running the tool on real questions.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3200400"/>
            <a:ext cx="3611880" cy="292608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337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44348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SHARED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5120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Permalinks forwarded to executives or posted publicly.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3200400"/>
            <a:ext cx="3611880" cy="292608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337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92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TESTIMONIALS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5120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stating specific time saved or workflow changed.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SUCCESS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· 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v1.0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v1.0 excludes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v2's roadmap.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200400"/>
            <a:ext cx="5577840" cy="292608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NEXT 30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+ saved brief library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common exec-question shapes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72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editing + versioning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11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collaboration on shared briefs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550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577840" cy="2926080"/>
          </a:xfrm>
          <a:prstGeom prst="rect">
            <a:avLst/>
          </a:prstGeom>
          <a:solidFill>
            <a:srgbClr val="171B26"/>
          </a:solidFill>
          <a:ln w="12700">
            <a:solidFill>
              <a:srgbClr val="2429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NEXT 90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app: exec asks in Slack, bot returns a brief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233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connectors (Salesforce, Snowflake, etc.)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672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dbt for auto-generated SQL scaffolds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5111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analytics: which briefs saved the most 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550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for org rollouts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analyst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scopes before they solve.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5029200" y="4709160"/>
            <a:ext cx="210312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93776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9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unit of value is not the analysis. It is the scoping doc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8B9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kept the analysis from being the wrong one.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 · TODAY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Day 1 of 10.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we start building.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1143000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Permalinks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26880" y="3429000"/>
            <a:ext cx="1234440" cy="1188720"/>
          </a:xfrm>
          <a:prstGeom prst="rect">
            <a:avLst/>
          </a:prstGeom>
          <a:solidFill>
            <a:srgbClr val="12151E"/>
          </a:solidFill>
          <a:ln w="9525">
            <a:solidFill>
              <a:srgbClr val="2429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07040" y="3429000"/>
            <a:ext cx="1234440" cy="1188720"/>
          </a:xfrm>
          <a:prstGeom prst="rect">
            <a:avLst/>
          </a:prstGeom>
          <a:solidFill>
            <a:srgbClr val="171B26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07040" y="3886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shipped today: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5486400"/>
            <a:ext cx="3703320" cy="594360"/>
          </a:xfrm>
          <a:prstGeom prst="rect">
            <a:avLst/>
          </a:prstGeom>
          <a:solidFill>
            <a:srgbClr val="171B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486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Requirements Document (PRD)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79392" y="5486400"/>
            <a:ext cx="3703320" cy="594360"/>
          </a:xfrm>
          <a:prstGeom prst="rect">
            <a:avLst/>
          </a:prstGeom>
          <a:solidFill>
            <a:srgbClr val="171B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5486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Implementation Blueprint · Days 52–60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93024" y="5486400"/>
            <a:ext cx="3703320" cy="594360"/>
          </a:xfrm>
          <a:prstGeom prst="rect">
            <a:avLst/>
          </a:prstGeom>
          <a:solidFill>
            <a:srgbClr val="171B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0184" y="5486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 Pitch Deck · this deck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 · SPRINT PLANNING COMPLETE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Kickoff</a:t>
            </a:r>
            <a:endParaRPr lang="en-US" sz="98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analysis brief you write before you write any SQL.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9525">
            <a:solidFill>
              <a:srgbClr val="2429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target: Day 60.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build-in-public updates on LinkedIn.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F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#60DayClaudeChallenge  ·  @Anil Bajpai  ·  @ABTalksOnAI  ·  @Anthropic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AB Talks 60-Day Claude AI Challenge ·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— Pitch Deck</dc:title>
  <dc:subject>PptxGenJS Presentation</dc:subject>
  <dc:creator>Garvit Mittal</dc:creator>
  <cp:lastModifiedBy>Garvit Mittal</cp:lastModifiedBy>
  <cp:revision>1</cp:revision>
  <dcterms:created xsi:type="dcterms:W3CDTF">2026-07-20T21:11:07Z</dcterms:created>
  <dcterms:modified xsi:type="dcterms:W3CDTF">2026-07-20T21:11:07Z</dcterms:modified>
</cp:coreProperties>
</file>